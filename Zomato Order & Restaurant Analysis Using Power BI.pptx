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993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" y="4584468"/>
            <a:ext cx="12188952" cy="54864"/>
          </a:xfrm>
          <a:prstGeom prst="rect">
            <a:avLst/>
          </a:prstGeom>
          <a:solidFill>
            <a:srgbClr val="CB20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49262" y="947155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600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262" y="1677992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&amp; Restaurant Analysis Using Power BI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77439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Power BI Tasks · SQL Data Pipeline · Business Insights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Food &amp; Beverage · Business Analytics      |      Tools: MySQL · Power BI · DAX</a:t>
            </a:r>
            <a:endParaRPr lang="en-US" sz="13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5286B5-D5C0-AB8A-CF50-633E3A4E555A}"/>
              </a:ext>
            </a:extLst>
          </p:cNvPr>
          <p:cNvSpPr txBox="1"/>
          <p:nvPr/>
        </p:nvSpPr>
        <p:spPr>
          <a:xfrm>
            <a:off x="749262" y="3097320"/>
            <a:ext cx="6469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Domain - Food &amp; Beverage, Business Analytics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424A60-6596-15BE-00D1-A5E9DB05A878}"/>
              </a:ext>
            </a:extLst>
          </p:cNvPr>
          <p:cNvSpPr txBox="1"/>
          <p:nvPr/>
        </p:nvSpPr>
        <p:spPr>
          <a:xfrm>
            <a:off x="3794078" y="3874894"/>
            <a:ext cx="322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Submit By – Harshada Kardile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737360" y="17373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Approach (SQL → Power BI)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260604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Task 1–10 — Visual Walkthrough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37360" y="347472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Analysis &amp; Business Recommendations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37360" y="434340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generates large volumes of restaurant and order data daily. This project analyzes and visualizes that data to uncover trends in customer preferences, restaurant performance, pricing impact, and location-based insights.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4928616"/>
            <a:ext cx="82296" cy="82296"/>
          </a:xfrm>
          <a:prstGeom prst="ellipse">
            <a:avLst/>
          </a:prstGeom>
          <a:solidFill>
            <a:srgbClr val="CB20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47731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MySQL: table design + FK relationship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312664"/>
            <a:ext cx="82296" cy="82296"/>
          </a:xfrm>
          <a:prstGeom prst="ellipse">
            <a:avLst/>
          </a:prstGeom>
          <a:solidFill>
            <a:srgbClr val="CB20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515721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 profiling, cleaning, TRIM standardization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696712"/>
            <a:ext cx="82296" cy="82296"/>
          </a:xfrm>
          <a:prstGeom prst="ellipse">
            <a:avLst/>
          </a:prstGeom>
          <a:solidFill>
            <a:srgbClr val="CB20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55412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 exploration, aggregation, joins/view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6080760"/>
            <a:ext cx="82296" cy="82296"/>
          </a:xfrm>
          <a:prstGeom prst="ellipse">
            <a:avLst/>
          </a:prstGeom>
          <a:solidFill>
            <a:srgbClr val="CB20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59253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BI: Many-to-One data model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464808"/>
            <a:ext cx="82296" cy="82296"/>
          </a:xfrm>
          <a:prstGeom prst="ellipse">
            <a:avLst/>
          </a:prstGeom>
          <a:solidFill>
            <a:srgbClr val="CB20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7240" y="6309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BI: DAX measures + 4-page dashboard covering 10 tasks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6400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Objectives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54880" y="1472184"/>
            <a:ext cx="91440" cy="91440"/>
          </a:xfrm>
          <a:prstGeom prst="ellipse">
            <a:avLst/>
          </a:prstGeom>
          <a:solidFill>
            <a:srgbClr val="CB20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0" y="13716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top-performing restaurants by rating &amp; order volume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54880" y="1975104"/>
            <a:ext cx="91440" cy="91440"/>
          </a:xfrm>
          <a:prstGeom prst="ellipse">
            <a:avLst/>
          </a:prstGeom>
          <a:solidFill>
            <a:srgbClr val="CB20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9200" y="18745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how pricing impacts customer orders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0" y="2478024"/>
            <a:ext cx="91440" cy="91440"/>
          </a:xfrm>
          <a:prstGeom prst="ellipse">
            <a:avLst/>
          </a:prstGeom>
          <a:solidFill>
            <a:srgbClr val="CB20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0" y="23774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customer preferences across cities &amp; areas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54880" y="2980944"/>
            <a:ext cx="91440" cy="91440"/>
          </a:xfrm>
          <a:prstGeom prst="ellipse">
            <a:avLst/>
          </a:prstGeom>
          <a:solidFill>
            <a:srgbClr val="CB20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0" y="288036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delivery time efficiency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54880" y="3483864"/>
            <a:ext cx="91440" cy="91440"/>
          </a:xfrm>
          <a:prstGeom prst="ellipse">
            <a:avLst/>
          </a:prstGeom>
          <a:solidFill>
            <a:srgbClr val="CB20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029200" y="33832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demand trends for future growth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54880" y="41605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Data Model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754880" y="4663440"/>
            <a:ext cx="3017520" cy="1188720"/>
          </a:xfrm>
          <a:prstGeom prst="roundRect">
            <a:avLst>
              <a:gd name="adj" fmla="val 4615"/>
            </a:avLst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488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Zomato_Orders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51663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restaurant_id (FK) · order_id (PK)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72400" y="5257800"/>
            <a:ext cx="777240" cy="0"/>
          </a:xfrm>
          <a:prstGeom prst="line">
            <a:avLst/>
          </a:prstGeom>
          <a:noFill/>
          <a:ln w="25400">
            <a:solidFill>
              <a:srgbClr val="CB20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549640" y="4663440"/>
            <a:ext cx="3017520" cy="1188720"/>
          </a:xfrm>
          <a:prstGeom prst="roundRect">
            <a:avLst>
              <a:gd name="adj" fmla="val 4615"/>
            </a:avLst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54964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Zomato_Restaurants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49640" y="51663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restaurant_id (PK)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0" y="59436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Many-to-One  ·  Single cross-filter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Restaurants per City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928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restaurant distribution across cities to identify high- and low-density markets.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5532120"/>
            <a:ext cx="11292840" cy="18288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Mumbai (115) and Bangalore (109) lead in restaurant count; Chennai has the fewest (91) — a fairly even spread overall.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AA4AA9-F745-7AEC-CD78-BF9C2C156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019869"/>
            <a:ext cx="7024048" cy="28264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of Orders from Different Cities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928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which cities contribute most to total orders and how demand varies by region.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5532120"/>
            <a:ext cx="11292840" cy="18288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Bangalore drives the largest order share (22.56%), closely followed by Mumbai (22%) — demand roughly tracks restaurant density but Bangalore slightly over-indexes.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80FE7B4-174C-9DD7-837B-276F17B19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496" y="1920240"/>
            <a:ext cx="4530585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Amount Trends Over Time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928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how order amounts fluctuate over time to spot peak and slow periods.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5532120"/>
            <a:ext cx="11292840" cy="18288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revenue fluctuates between ₹20K–₹80K with no single sustained peak season, suggesting demand is fairly steady with normal day-to-day variance.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97CA6C-DB89-1179-B85B-EEFD16278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072" y="2060812"/>
            <a:ext cx="6155139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of Factors Affecting Average Rating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928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relationships between price, delivery time, total ratings, and average rating.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5532120"/>
            <a:ext cx="11292840" cy="18288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three scatter views (order value, delivery time, total ratings vs. rating), no strong linear correlation emerges — rating appears driven by factors beyond price or wait time alone.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5F7386-AAB9-191F-75F1-4FC65FC7A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404" y="1920240"/>
            <a:ext cx="4215674" cy="30175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Restaurants by Total Sales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928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highest-earning restaurants based on total revenue.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5532120"/>
            <a:ext cx="11292840" cy="18288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Restaurant_116 leads with ₹51K in sales; the top 5 are tightly clustered (₹48K–₹51K), showing no single dominant outlier restaurant.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FE6A7E-0CE9-D64A-B6FC-FAE073C59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688" y="2010861"/>
            <a:ext cx="4867386" cy="25081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Area Using a Tree 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928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revenue contribution from different areas to spot high/low-performing localities.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5532120"/>
            <a:ext cx="11292840" cy="18288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Area_A leads with ₹3.39M in revenue, while Area_E trails at ₹2.91M — a relatively balanced spread across all 5 areas, with no single area dominating.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10E80F-2580-C84D-B0C0-9BEED8F3C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233" y="2048392"/>
            <a:ext cx="4694830" cy="30695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Density by City Using a Heat 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928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which cities have the highest concentration of orders using conditional-formatted density coloring.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5532120"/>
            <a:ext cx="11292840" cy="18288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</a:t>
            </a:r>
            <a:r>
              <a:rPr lang="en-IN" sz="1400" dirty="0"/>
              <a:t>Mumbai (235) and Bangalore (215) lead order density, with </a:t>
            </a:r>
            <a:r>
              <a:rPr lang="en-IN" sz="1400" dirty="0" err="1"/>
              <a:t>Area_A</a:t>
            </a:r>
            <a:r>
              <a:rPr lang="en-IN" sz="1400" dirty="0"/>
              <a:t> the hottest zone in both cities (73 and 66 respectively); Delhi (177) trails as the lowest-density city.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6AA109-8775-9DA8-A2B1-4E97CBE85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503" y="1992573"/>
            <a:ext cx="5022377" cy="28537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 — Total Revenue &amp; Average Order Value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928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key business performance metrics as easy-to-read KPI cards.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5532120"/>
            <a:ext cx="11292840" cy="18288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IN" sz="1400" dirty="0"/>
              <a:t> Restaurant_56 leads with ₹10.0K in sales, noticeably ahead of the rest (₹7.6K–8.1K) — the only visible outlier in an otherwise tightly clustered top 5.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785F1A-9936-62A6-57A3-9B29DB35B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74" y="2232637"/>
            <a:ext cx="9444251" cy="18424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Restaurant-Wise Sales Summary in a Table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928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restaurant-wise sales performance with sorting and filtering by city, area, or price range.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5532120"/>
            <a:ext cx="11292840" cy="18288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sortable, filterable summary table (Restaurant Name, city, area, Total Sales, Order Totals, Avg Order Value) lets stakeholders drill into any city/area/price-range slice on demand.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429307-1A23-B850-E002-C4FF9AEA5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197" y="2129051"/>
            <a:ext cx="6769290" cy="31206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— Combining All Visuals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92840" cy="4572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fully interactive executive dashboard combining all visuals with synchronized slicers.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6080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unified view — KPI cards, revenue by area, sales trend, order distribution, top restaurants, and the summary table — with city/area/price-range/cuisine/payment slicers for full drill-down.</a:t>
            </a:r>
            <a:endParaRPr lang="en-US" sz="12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23151D-D7CB-1AF6-ADE0-8BC28CE14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152" y="1764187"/>
            <a:ext cx="7338427" cy="42559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Analysis &amp; Recommendations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172200" y="987552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89320" y="1051560"/>
            <a:ext cx="0" cy="534924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426464"/>
            <a:ext cx="73152" cy="73152"/>
          </a:xfrm>
          <a:prstGeom prst="ellipse">
            <a:avLst/>
          </a:prstGeom>
          <a:solidFill>
            <a:srgbClr val="CB20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8368" y="1280160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is concentrated (Mumbai 115, Bangalore 109 restaurants) but demand is more evenly spread — Chennai/Kolkata/Delhi generate meaningful orders despite fewer restaurants (Tasks 1, 2, 7).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26464"/>
            <a:ext cx="73152" cy="73152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73368" y="1280160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restaurant onboarding and delivery capacity in Chennai, Kolkata, and Delhi to close the supply–demand gap.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386584"/>
            <a:ext cx="73152" cy="73152"/>
          </a:xfrm>
          <a:prstGeom prst="ellipse">
            <a:avLst/>
          </a:prstGeom>
          <a:solidFill>
            <a:srgbClr val="CB20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8368" y="2240280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is broad-based, not outlier-driven — top 5 restaurants cluster tightly (₹48K–51K) and all 5 areas contribute similarly (₹2.91M–3.39M) (Tasks 5, 6).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386584"/>
            <a:ext cx="73152" cy="73152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73368" y="2240280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operating practices at top restaurants and Area_A/Area_B; share playbooks with lower-performing areas.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346704"/>
            <a:ext cx="73152" cy="73152"/>
          </a:xfrm>
          <a:prstGeom prst="ellipse">
            <a:avLst/>
          </a:prstGeom>
          <a:solidFill>
            <a:srgbClr val="CB20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8368" y="3200400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isn't explained by price or delivery speed alone — none of the correlation scatter plots show a strong pattern (Task 4).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3346704"/>
            <a:ext cx="73152" cy="73152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73368" y="3200400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food-quality and order-accuracy audits over price-based promotions to lift the 3.00 average rating.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306824"/>
            <a:ext cx="73152" cy="73152"/>
          </a:xfrm>
          <a:prstGeom prst="ellipse">
            <a:avLst/>
          </a:prstGeom>
          <a:solidFill>
            <a:srgbClr val="CB20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8368" y="4160520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time (52.39 min avg) is on the higher side and a plausible factor behind rating variation (Task 8).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4306824"/>
            <a:ext cx="73152" cy="73152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373368" y="4160520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root-cause logistics review city-by-city, starting where order density (Task 7) is highest and delivery is slowest.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5266944"/>
            <a:ext cx="73152" cy="73152"/>
          </a:xfrm>
          <a:prstGeom prst="ellipse">
            <a:avLst/>
          </a:prstGeom>
          <a:solidFill>
            <a:srgbClr val="CB20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58368" y="5120640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is fully interactive across city, area, price range, cuisine, and payment method (Task 10).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5266944"/>
            <a:ext cx="73152" cy="73152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73368" y="5120640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the dashboard on a recurring cadence (weekly/monthly) to confirm rating and delivery time trend in the right direction.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12188952" cy="45720"/>
          </a:xfrm>
          <a:prstGeom prst="rect">
            <a:avLst/>
          </a:prstGeom>
          <a:solidFill>
            <a:srgbClr val="CB20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required Power BI tasks were completed on a clean, SQL-transformed, relationally-modeled dataset — producing an interactive dashboard that identifies high-performing restaurants, city/area demand patterns, and concrete levers (restaurant supply, delivery time, targeted promotions) for business growth.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760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1130</Words>
  <Application>Microsoft Office PowerPoint</Application>
  <PresentationFormat>Widescreen</PresentationFormat>
  <Paragraphs>107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Harsha Kardile</cp:lastModifiedBy>
  <cp:revision>3</cp:revision>
  <dcterms:created xsi:type="dcterms:W3CDTF">2026-07-18T07:47:02Z</dcterms:created>
  <dcterms:modified xsi:type="dcterms:W3CDTF">2026-07-18T17:45:49Z</dcterms:modified>
</cp:coreProperties>
</file>